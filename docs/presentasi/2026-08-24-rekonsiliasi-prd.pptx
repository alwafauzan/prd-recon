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diagram: assets/human-workflow.mmd (mermaid sequenceDiagram) — edit .mmd lalu re-render dengan mmdc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diagram: assets/pipeline.mmd (mermaid flowchart LR) — edit .mmd lalu re-render dengan mmdc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diagram: assets/decision-gate.mmd (mermaid flowchart TD) — edit .mmd lalu re-render dengan mmdc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=====================================================================
CARA RENDER / EXPORT (Marp)
=====================================================================
1. VS Code: install extension "Marp for VS Code" → buka file ini →
   Ctrl+Shift+P → "Marp: Export Slide As..." → HTML / PDF / PPTX.
2. CLI (tanpa install permanen, dari root repo tools):
   npx @marp-team/marp-cli -c docs/presentasi/marp.config.js --allow-local-files docs/presentasi/2026-08-24-rekonsiliasi-prd.md --html
   npx @marp-team/marp-cli -c docs/presentasi/marp.config.js --allow-local-files docs/presentasi/2026-08-24-rekonsiliasi-prd.md --pdf
   npx @marp-team/marp-cli -c docs/presentasi/marp.config.js --allow-local-files docs/presentasi/2026-08-24-rekonsiliasi-prd.md --pptx
   Catatan: --allow-local-files wajib agar SVG di assets/ ikut ter-render.
   Untuk PDF/PPTX tanpa Google Chrome, arahkan ke Edge dulu:
     $env:CHROME_PATH="C:\Program Files (x86)\Microsoft\Edge\Application\msedge.exe"
3. DIAGRAM: grafik alur adalah SVG hasil render mermaid (sumber .mmd di
   assets/). Kalau diagram perlu diedit:
     - edit assets/&lt;nama&gt;.mmd
     - render ulang (butuh Edge/Chrome, tanpa download Chromium):
         mmdc -p puppeteer-config.json -i assets/&lt;nama&gt;.mmd -o assets/&lt;nama&gt;.svg -b transparent -s 2
       contoh puppeteer-config.json:
         { "executablePath": "C:\\Program Files (x86)\\Microsoft\\Edge\\Application\\msedge.exe", "args": ["--no-sandbox"] }
     - export ulang deck seperti langkah 2.
CHECKLIST DEMO LIVE (Senin pagi, sebelum masuk ruangan):
[ ] Regenerate dashboard:
      python .codex/skills/neurovi-workspace-dashboard/scripts/workspace_dashboard.py --repo ../neurovi-prd
[ ] Buka 2 tab browser:
      .codex/skills/neurovi-workspace-dashboard/output/index.html
      .codex/skills/neurovi-workspace-dashboard/output/workspace-E2E-RJ.html
[ ] Fallback: slide 7-11 sudah memuat semua angka — presentasi tetap
    jalan tanpa demo.
=====================================================================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Rekonsiliasi PRD Neurovi</dc:title>
  <dc:subject>PptxGenJS Presentation</dc:subject>
  <dc:creator>Created by Marp</dc:creator>
  <cp:lastModifiedBy>Created by Marp</cp:lastModifiedBy>
  <cp:revision>1</cp:revision>
  <dcterms:created xsi:type="dcterms:W3CDTF">2026-08-22T08:58:42Z</dcterms:created>
  <dcterms:modified xsi:type="dcterms:W3CDTF">2026-08-22T08:58:42Z</dcterms:modified>
</cp:coreProperties>
</file>